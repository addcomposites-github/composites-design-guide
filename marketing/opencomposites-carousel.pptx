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9006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99% of people interested in composites have no access to the tools that matter.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9006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97316"/>
                </a:solidFill>
                <a:latin typeface="Calibri"/>
              </a:rPr>
              <a:t>We fixed that. For free.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4692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OpenComposites · by Addcomposites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13848"/>
            <a:ext cx="10287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9728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006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94A3B8"/>
                </a:solidFill>
                <a:latin typeface="Calibri"/>
              </a:rPr>
              <a:t>The software that answers composites questions costs: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8458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7627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Fibersim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176272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>
                <a:solidFill>
                  <a:srgbClr val="E84C3D"/>
                </a:solidFill>
                <a:latin typeface="Calibri"/>
              </a:rPr>
              <a:t>$15,000+ /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66160"/>
            <a:ext cx="8458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73075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CATIA Composites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730752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>
                <a:solidFill>
                  <a:srgbClr val="E84C3D"/>
                </a:solidFill>
                <a:latin typeface="Calibri"/>
              </a:rPr>
              <a:t>$50,000+ / 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20640"/>
            <a:ext cx="8458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528523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HyperFiber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285232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>
                <a:solidFill>
                  <a:srgbClr val="E84C3D"/>
                </a:solidFill>
                <a:latin typeface="Calibri"/>
              </a:rPr>
              <a:t>$30,000+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675120"/>
            <a:ext cx="9006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Calibri"/>
              </a:rPr>
              <a:t>None of these are accessible to makers, drone startups, or junior engineers.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Calibri"/>
              </a:rPr>
              <a:t>2/10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964692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by Addcomposites · addcomposites.com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0213848"/>
            <a:ext cx="10287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9006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So we built OpenComposites.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256032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3284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3291840"/>
            <a:ext cx="256032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9080" y="33284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Open 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3291840"/>
            <a:ext cx="256032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33284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 account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9006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  <a:latin typeface="Calibri"/>
              </a:rPr>
              <a:t>Built by the team at Addcomposites — the company that makes AFP robots for industrial composites manufacturing.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9006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97316"/>
                </a:solidFill>
                <a:latin typeface="Calibri"/>
              </a:rPr>
              <a:t>opencomposites.addcomposites.com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Calibri"/>
              </a:rPr>
              <a:t>3/10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964692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by Addcomposites · addcomposites.com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0213848"/>
            <a:ext cx="10287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FEATURE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006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Describe your part.
Get a full design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0"/>
            <a:ext cx="90068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8641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"200mm drone arm, 50N lateral load, carbon fibre, lightest possible"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2062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29200"/>
            <a:ext cx="32004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992624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Material selection + reasoning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623560"/>
            <a:ext cx="32004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586984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Fibre orientation &amp; stacking 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217920"/>
            <a:ext cx="32004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181344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Manufacturing process recommendation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812280"/>
            <a:ext cx="320040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6775704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Per-part cost estimate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9006840"/>
            <a:ext cx="9006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Powered by Claude AI · BYOK (bring your own Anthropic key)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Calibri"/>
              </a:rPr>
              <a:t>4/10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964692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by Addcomposites · addcomposites.com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10213848"/>
            <a:ext cx="10287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FEATURE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006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56 plain-language articles.
CC BY 4.0. Forever free.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260604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73552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Fibre &amp; Resin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90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01 Fundamentals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3108960"/>
            <a:ext cx="260604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273552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Design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0690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02 Stacking, drop-offs, splices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108960"/>
            <a:ext cx="260604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273552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0690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03 Wet layup → AFP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303520"/>
            <a:ext cx="260604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468112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Structural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04 CLT, failure criteria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5303520"/>
            <a:ext cx="260604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5468112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CATIA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62636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05 Zone, ply, flat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5303520"/>
            <a:ext cx="260604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5468112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Cost &amp;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62636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08–10 Real-world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9006840"/>
            <a:ext cx="9006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97316"/>
                </a:solidFill>
                <a:latin typeface="Calibri"/>
              </a:rPr>
              <a:t>Structured for LLM retrieval — Claude, ChatGPT, Gemini, local models can all search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Calibri"/>
              </a:rPr>
              <a:t>5/10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964692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by Addcomposites · addcomposites.com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10213848"/>
            <a:ext cx="10287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FEATURE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006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Not just AI — real
engineering tools.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017520"/>
            <a:ext cx="41605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017520"/>
            <a:ext cx="416052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3794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CLT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3794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ABD matrices, effective moduli,
failure criteria (Tsai-Wu, Hashin)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3017520"/>
            <a:ext cx="41605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74920" y="3017520"/>
            <a:ext cx="416052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3246120"/>
            <a:ext cx="3794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Sandwich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886200"/>
            <a:ext cx="3794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Core + face sheet design
and optimisation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86400"/>
            <a:ext cx="41605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486400"/>
            <a:ext cx="416052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3794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Bolted Joint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3794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Bearing &amp; bypass analysis,
joint sizing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5486400"/>
            <a:ext cx="41605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5486400"/>
            <a:ext cx="416052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5715000"/>
            <a:ext cx="3794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Cost Estimator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6355080"/>
            <a:ext cx="3794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Material, labour, tooling
per-part cost breakdown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Calibri"/>
              </a:rPr>
              <a:t>6/10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964692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by Addcomposites · addcomposites.com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10213848"/>
            <a:ext cx="10287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006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Built for the 99% who don't have access.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103120"/>
            <a:ext cx="2926080" cy="6217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292608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The Maker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"I want to build a carbon fibre part for my car. I have no idea which fibres to buy."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2103120"/>
            <a:ext cx="2926080" cy="6217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1880" y="2103120"/>
            <a:ext cx="292608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377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The Drone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15468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"Designing an airframe at a startup — no composites person on the team, tight budget."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2103120"/>
            <a:ext cx="2926080" cy="6217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2103120"/>
            <a:ext cx="292608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377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Calibri"/>
              </a:rPr>
              <a:t>The Junior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15468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"My company can't afford Fibersim. I need composites knowledge somewhere reliable."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Calibri"/>
              </a:rPr>
              <a:t>7/10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64692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by Addcomposites · addcomposites.com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10213848"/>
            <a:ext cx="10287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006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Calibri"/>
              </a:rPr>
              <a:t>Open source.
Citable. Forkable.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547872"/>
            <a:ext cx="2011680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4787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Calibri"/>
              </a:rPr>
              <a:t>CC BY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3566160"/>
            <a:ext cx="6858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Use in your thesis, product docs, or startup's knowledge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53712"/>
            <a:ext cx="2011680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5371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Calibri"/>
              </a:rPr>
              <a:t>Fork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4572000"/>
            <a:ext cx="6858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Adapt it for your domain — FRP civil, sporting goods, marine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559552"/>
            <a:ext cx="2011680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5955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Calibri"/>
              </a:rPr>
              <a:t>Contribute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5577840"/>
            <a:ext cx="6858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Add an article, fix a mistake, get credited as a contributor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565392"/>
            <a:ext cx="2011680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6539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Calibri"/>
              </a:rPr>
              <a:t>LLM-ready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6583680"/>
            <a:ext cx="6858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RAG-structured — any AI assistant can search it reliably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Calibri"/>
              </a:rPr>
              <a:t>8/10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64692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by Addcomposites · addcomposites.com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10213848"/>
            <a:ext cx="10287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006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Built by people who make
composites machines for a living.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474720"/>
            <a:ext cx="900684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657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97316"/>
                </a:solidFill>
                <a:latin typeface="Calibri"/>
              </a:rPr>
              <a:t>Addcomposites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26280"/>
            <a:ext cx="8229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We build AFP (Automated Fibre Placement) robots used in industrial composites manufacturing. We've spent years watching engineers struggle with composites questions we could answer in 5 minutes — but the right tools cost $15,000+ a year. This is our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086600"/>
            <a:ext cx="9006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addcomposites.com — AFP-XS · AFP-X · AddPath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3200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Calibri"/>
              </a:rPr>
              <a:t>9/10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4692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by Addcomposites · addcomposites.com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213848"/>
            <a:ext cx="10287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006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Try it free.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0287000" cy="8641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9006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  <a:latin typeface="Calibri"/>
              </a:rPr>
              <a:t>opencomposites.addcomposites.com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657600"/>
            <a:ext cx="5715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✓  No account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315968"/>
            <a:ext cx="5715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✓  No credit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74336"/>
            <a:ext cx="5715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✓  No paywall — 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632704"/>
            <a:ext cx="5715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✓  Open source (CC BY 4.0)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132320"/>
            <a:ext cx="9006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github.com/Addcomposites-github/composites-design-guide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0213848"/>
            <a:ext cx="102870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9646920"/>
            <a:ext cx="9006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OpenComposites · by Addcomposites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